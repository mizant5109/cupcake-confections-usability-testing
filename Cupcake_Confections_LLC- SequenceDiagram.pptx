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5" r:id="rId2"/>
  </p:sldIdLst>
  <p:sldSz cx="12192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3B1"/>
    <a:srgbClr val="F6D4E1"/>
    <a:srgbClr val="D6BFF0"/>
    <a:srgbClr val="F3E0F7"/>
    <a:srgbClr val="F3CBE9"/>
    <a:srgbClr val="EA4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96"/>
    <p:restoredTop sz="94659"/>
  </p:normalViewPr>
  <p:slideViewPr>
    <p:cSldViewPr snapToGrid="0">
      <p:cViewPr varScale="1">
        <p:scale>
          <a:sx n="63" d="100"/>
          <a:sy n="63" d="100"/>
        </p:scale>
        <p:origin x="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7DDCE-E45A-404A-B091-BDBF7D2DA49A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1143000"/>
            <a:ext cx="3165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7CEE5-F2DA-774E-8EAE-632C78563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6263" y="1143000"/>
            <a:ext cx="31654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7CEE5-F2DA-774E-8EAE-632C78563C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5429"/>
            <a:ext cx="10363200" cy="41385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43533"/>
            <a:ext cx="9144000" cy="28699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1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1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3549"/>
            <a:ext cx="10515600" cy="494474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55072"/>
            <a:ext cx="10515600" cy="26003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9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886"/>
            <a:ext cx="1051560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4016"/>
            <a:ext cx="5157787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42130"/>
            <a:ext cx="515778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4016"/>
            <a:ext cx="5183188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42130"/>
            <a:ext cx="518318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4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0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0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1539"/>
            <a:ext cx="6172200" cy="844761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0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1539"/>
            <a:ext cx="6172200" cy="844761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4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1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883"/>
            <a:ext cx="262890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883"/>
            <a:ext cx="773430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8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886"/>
            <a:ext cx="105156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4417"/>
            <a:ext cx="105156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E86FB-BA7D-AE41-A0DC-EC99080222DC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2E03F-D75B-8748-8B86-57AF029E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3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Off white background Images - Free Download on Freepik">
            <a:extLst>
              <a:ext uri="{FF2B5EF4-FFF2-40B4-BE49-F238E27FC236}">
                <a16:creationId xmlns:a16="http://schemas.microsoft.com/office/drawing/2014/main" id="{7A42BBF7-D1BF-7D06-13B9-3AA5CE77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2108"/>
            <a:ext cx="12192000" cy="12189308"/>
          </a:xfrm>
          <a:prstGeom prst="rect">
            <a:avLst/>
          </a:prstGeom>
          <a:solidFill>
            <a:srgbClr val="EA4C6E"/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8560EE-3D68-6619-C8AC-418996322D42}"/>
              </a:ext>
            </a:extLst>
          </p:cNvPr>
          <p:cNvSpPr/>
          <p:nvPr/>
        </p:nvSpPr>
        <p:spPr>
          <a:xfrm>
            <a:off x="0" y="-303886"/>
            <a:ext cx="12192000" cy="950217"/>
          </a:xfrm>
          <a:prstGeom prst="rect">
            <a:avLst/>
          </a:prstGeom>
          <a:solidFill>
            <a:srgbClr val="FFB4C1"/>
          </a:solidFill>
          <a:ln>
            <a:solidFill>
              <a:srgbClr val="FFB4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4EA43-5ADD-996C-9C73-7E72C198917A}"/>
              </a:ext>
            </a:extLst>
          </p:cNvPr>
          <p:cNvSpPr txBox="1"/>
          <p:nvPr/>
        </p:nvSpPr>
        <p:spPr>
          <a:xfrm>
            <a:off x="4098734" y="-98125"/>
            <a:ext cx="77888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C3C74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Sequence diagram – Cupcake Confessions LLC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F7F8C-47DE-7CC3-83FC-82A49D602F21}"/>
              </a:ext>
            </a:extLst>
          </p:cNvPr>
          <p:cNvSpPr txBox="1"/>
          <p:nvPr/>
        </p:nvSpPr>
        <p:spPr>
          <a:xfrm>
            <a:off x="943530" y="-68826"/>
            <a:ext cx="3114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623517"/>
                </a:solidFill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Cupcake Confections LLC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A8E392-0C5D-EC21-53B1-F58D289D8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6" y="-215927"/>
            <a:ext cx="923860" cy="744890"/>
          </a:xfrm>
          <a:prstGeom prst="ellipse">
            <a:avLst/>
          </a:prstGeom>
          <a:blipFill>
            <a:blip r:embed="rId5"/>
            <a:tile tx="0" ty="0" sx="100000" sy="100000" flip="none" algn="tl"/>
          </a:blipFill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02A049-7C4E-BADA-36B3-AF7FEDC7A121}"/>
              </a:ext>
            </a:extLst>
          </p:cNvPr>
          <p:cNvSpPr/>
          <p:nvPr/>
        </p:nvSpPr>
        <p:spPr>
          <a:xfrm>
            <a:off x="333282" y="1157683"/>
            <a:ext cx="965236" cy="651895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User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8B69189-5991-AFA1-216A-BA4498AFDD4F}"/>
              </a:ext>
            </a:extLst>
          </p:cNvPr>
          <p:cNvSpPr/>
          <p:nvPr/>
        </p:nvSpPr>
        <p:spPr>
          <a:xfrm>
            <a:off x="1996675" y="1157683"/>
            <a:ext cx="965236" cy="658369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Home Screen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4267CD-2393-7901-E9C0-AD1D0D18DDB8}"/>
              </a:ext>
            </a:extLst>
          </p:cNvPr>
          <p:cNvSpPr/>
          <p:nvPr/>
        </p:nvSpPr>
        <p:spPr>
          <a:xfrm>
            <a:off x="3383285" y="1138942"/>
            <a:ext cx="965236" cy="677108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Menu Page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689EF8-EF38-F38B-4A00-543F10234526}"/>
              </a:ext>
            </a:extLst>
          </p:cNvPr>
          <p:cNvSpPr/>
          <p:nvPr/>
        </p:nvSpPr>
        <p:spPr>
          <a:xfrm>
            <a:off x="4768100" y="1138942"/>
            <a:ext cx="1118334" cy="677108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Product Page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A7E622-C3A2-4C35-DFAA-416C946F04F9}"/>
              </a:ext>
            </a:extLst>
          </p:cNvPr>
          <p:cNvSpPr/>
          <p:nvPr/>
        </p:nvSpPr>
        <p:spPr>
          <a:xfrm>
            <a:off x="6307808" y="1145416"/>
            <a:ext cx="910310" cy="664160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Cart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1568B7A-0F9A-DDC5-A7F9-7A9655E9689F}"/>
              </a:ext>
            </a:extLst>
          </p:cNvPr>
          <p:cNvSpPr/>
          <p:nvPr/>
        </p:nvSpPr>
        <p:spPr>
          <a:xfrm>
            <a:off x="7636692" y="1121726"/>
            <a:ext cx="1224686" cy="694324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Checkout Page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97BE232-C0FE-984E-16E1-25E97E2BE15B}"/>
              </a:ext>
            </a:extLst>
          </p:cNvPr>
          <p:cNvSpPr/>
          <p:nvPr/>
        </p:nvSpPr>
        <p:spPr>
          <a:xfrm>
            <a:off x="9279952" y="1132468"/>
            <a:ext cx="1224686" cy="677108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Payment Page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7EA094-B8BF-F7E5-60BB-1403CD408733}"/>
              </a:ext>
            </a:extLst>
          </p:cNvPr>
          <p:cNvSpPr/>
          <p:nvPr/>
        </p:nvSpPr>
        <p:spPr>
          <a:xfrm>
            <a:off x="10923214" y="1132468"/>
            <a:ext cx="1054047" cy="669544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System</a:t>
            </a:r>
          </a:p>
        </p:txBody>
      </p:sp>
      <p:pic>
        <p:nvPicPr>
          <p:cNvPr id="22" name="Graphic 21" descr="User with solid fill">
            <a:extLst>
              <a:ext uri="{FF2B5EF4-FFF2-40B4-BE49-F238E27FC236}">
                <a16:creationId xmlns:a16="http://schemas.microsoft.com/office/drawing/2014/main" id="{1320F41D-8E88-6A52-13DF-F2A7598BC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291" y="659974"/>
            <a:ext cx="572309" cy="57230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C5BB38D-1FAC-1D58-AFC6-6D67423EE00A}"/>
              </a:ext>
            </a:extLst>
          </p:cNvPr>
          <p:cNvSpPr txBox="1"/>
          <p:nvPr/>
        </p:nvSpPr>
        <p:spPr>
          <a:xfrm rot="5400000">
            <a:off x="-4288748" y="6624241"/>
            <a:ext cx="1015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F041B4-FF28-DA48-F346-4376EC29D644}"/>
              </a:ext>
            </a:extLst>
          </p:cNvPr>
          <p:cNvSpPr/>
          <p:nvPr/>
        </p:nvSpPr>
        <p:spPr>
          <a:xfrm>
            <a:off x="710033" y="2208038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2F3FA8-E797-1905-353C-4FB33FF04AE8}"/>
              </a:ext>
            </a:extLst>
          </p:cNvPr>
          <p:cNvSpPr/>
          <p:nvPr/>
        </p:nvSpPr>
        <p:spPr>
          <a:xfrm>
            <a:off x="717134" y="2890600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F447DF-2D47-F43E-5FDC-C56DDBEB3029}"/>
              </a:ext>
            </a:extLst>
          </p:cNvPr>
          <p:cNvSpPr/>
          <p:nvPr/>
        </p:nvSpPr>
        <p:spPr>
          <a:xfrm>
            <a:off x="710033" y="3573162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DABB06-5BCE-9182-CE38-42FED278FD61}"/>
              </a:ext>
            </a:extLst>
          </p:cNvPr>
          <p:cNvSpPr/>
          <p:nvPr/>
        </p:nvSpPr>
        <p:spPr>
          <a:xfrm>
            <a:off x="710033" y="4255724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86177A-3EF6-7930-0675-54C685C12127}"/>
              </a:ext>
            </a:extLst>
          </p:cNvPr>
          <p:cNvSpPr/>
          <p:nvPr/>
        </p:nvSpPr>
        <p:spPr>
          <a:xfrm>
            <a:off x="717134" y="4940037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E801-C00C-4C34-67A7-F140EFA329B3}"/>
              </a:ext>
            </a:extLst>
          </p:cNvPr>
          <p:cNvSpPr/>
          <p:nvPr/>
        </p:nvSpPr>
        <p:spPr>
          <a:xfrm>
            <a:off x="710033" y="5610329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012800-E8B2-A5D3-D5B3-BB5A6D885824}"/>
              </a:ext>
            </a:extLst>
          </p:cNvPr>
          <p:cNvSpPr/>
          <p:nvPr/>
        </p:nvSpPr>
        <p:spPr>
          <a:xfrm>
            <a:off x="710033" y="8271784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62A892-3DEE-394E-6BF2-2591B338D170}"/>
              </a:ext>
            </a:extLst>
          </p:cNvPr>
          <p:cNvSpPr/>
          <p:nvPr/>
        </p:nvSpPr>
        <p:spPr>
          <a:xfrm>
            <a:off x="710033" y="7620196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388C85-66ED-43EB-07B3-76FA35602B14}"/>
              </a:ext>
            </a:extLst>
          </p:cNvPr>
          <p:cNvSpPr/>
          <p:nvPr/>
        </p:nvSpPr>
        <p:spPr>
          <a:xfrm>
            <a:off x="710033" y="6954339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918754-8245-E880-D76B-56938FFCEC60}"/>
              </a:ext>
            </a:extLst>
          </p:cNvPr>
          <p:cNvSpPr/>
          <p:nvPr/>
        </p:nvSpPr>
        <p:spPr>
          <a:xfrm>
            <a:off x="710033" y="6282334"/>
            <a:ext cx="159026" cy="463826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Home with solid fill">
            <a:extLst>
              <a:ext uri="{FF2B5EF4-FFF2-40B4-BE49-F238E27FC236}">
                <a16:creationId xmlns:a16="http://schemas.microsoft.com/office/drawing/2014/main" id="{968DB139-6504-D228-B0C5-958E9166F4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64479" y="661593"/>
            <a:ext cx="557909" cy="557909"/>
          </a:xfrm>
          <a:prstGeom prst="rect">
            <a:avLst/>
          </a:prstGeom>
        </p:spPr>
      </p:pic>
      <p:pic>
        <p:nvPicPr>
          <p:cNvPr id="21" name="Graphic 20" descr="Cupcake with solid fill">
            <a:extLst>
              <a:ext uri="{FF2B5EF4-FFF2-40B4-BE49-F238E27FC236}">
                <a16:creationId xmlns:a16="http://schemas.microsoft.com/office/drawing/2014/main" id="{2517B57A-ACFB-3F39-1D38-58B5030052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80821" y="679321"/>
            <a:ext cx="511760" cy="511760"/>
          </a:xfrm>
          <a:prstGeom prst="rect">
            <a:avLst/>
          </a:prstGeom>
        </p:spPr>
      </p:pic>
      <p:pic>
        <p:nvPicPr>
          <p:cNvPr id="35" name="Graphic 34" descr="Shopping cart with solid fill">
            <a:extLst>
              <a:ext uri="{FF2B5EF4-FFF2-40B4-BE49-F238E27FC236}">
                <a16:creationId xmlns:a16="http://schemas.microsoft.com/office/drawing/2014/main" id="{15D951CE-6FC5-2D79-5FA3-8C639B842E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6656" y="696066"/>
            <a:ext cx="511760" cy="511760"/>
          </a:xfrm>
          <a:prstGeom prst="rect">
            <a:avLst/>
          </a:prstGeom>
        </p:spPr>
      </p:pic>
      <p:pic>
        <p:nvPicPr>
          <p:cNvPr id="37" name="Graphic 36" descr="Clipboard Checked with solid fill">
            <a:extLst>
              <a:ext uri="{FF2B5EF4-FFF2-40B4-BE49-F238E27FC236}">
                <a16:creationId xmlns:a16="http://schemas.microsoft.com/office/drawing/2014/main" id="{0085C38E-B2F9-7A10-712E-A8B58A1770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3155" y="651307"/>
            <a:ext cx="511760" cy="511760"/>
          </a:xfrm>
          <a:prstGeom prst="rect">
            <a:avLst/>
          </a:prstGeom>
        </p:spPr>
      </p:pic>
      <p:pic>
        <p:nvPicPr>
          <p:cNvPr id="39" name="Graphic 38" descr="List with solid fill">
            <a:extLst>
              <a:ext uri="{FF2B5EF4-FFF2-40B4-BE49-F238E27FC236}">
                <a16:creationId xmlns:a16="http://schemas.microsoft.com/office/drawing/2014/main" id="{2D4EB208-14A3-3771-FCDC-DAB41CDB439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68094" y="668888"/>
            <a:ext cx="574581" cy="511760"/>
          </a:xfrm>
          <a:prstGeom prst="rect">
            <a:avLst/>
          </a:prstGeom>
        </p:spPr>
      </p:pic>
      <p:pic>
        <p:nvPicPr>
          <p:cNvPr id="41" name="Graphic 40" descr="Credit card with solid fill">
            <a:extLst>
              <a:ext uri="{FF2B5EF4-FFF2-40B4-BE49-F238E27FC236}">
                <a16:creationId xmlns:a16="http://schemas.microsoft.com/office/drawing/2014/main" id="{99226FBD-DDF4-DD1C-A0D9-B144369299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18694" y="671927"/>
            <a:ext cx="577527" cy="577527"/>
          </a:xfrm>
          <a:prstGeom prst="rect">
            <a:avLst/>
          </a:prstGeom>
        </p:spPr>
      </p:pic>
      <p:pic>
        <p:nvPicPr>
          <p:cNvPr id="43" name="Graphic 42" descr="Toggle with solid fill">
            <a:extLst>
              <a:ext uri="{FF2B5EF4-FFF2-40B4-BE49-F238E27FC236}">
                <a16:creationId xmlns:a16="http://schemas.microsoft.com/office/drawing/2014/main" id="{089F4A96-75AF-3EA3-416D-B3B16FD1AA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48255" y="749325"/>
            <a:ext cx="396093" cy="39609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E0DFE1C-412D-6637-7B81-4E3475D602CD}"/>
              </a:ext>
            </a:extLst>
          </p:cNvPr>
          <p:cNvSpPr txBox="1"/>
          <p:nvPr/>
        </p:nvSpPr>
        <p:spPr>
          <a:xfrm rot="5400000">
            <a:off x="-2609507" y="6615298"/>
            <a:ext cx="10156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9E8282-A917-5FF6-B630-9CE4DE7DC3DF}"/>
              </a:ext>
            </a:extLst>
          </p:cNvPr>
          <p:cNvSpPr txBox="1"/>
          <p:nvPr/>
        </p:nvSpPr>
        <p:spPr>
          <a:xfrm rot="5400000">
            <a:off x="-1351872" y="6801508"/>
            <a:ext cx="1044373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41F537-A773-E2E5-3916-E33EE379C81D}"/>
              </a:ext>
            </a:extLst>
          </p:cNvPr>
          <p:cNvSpPr txBox="1"/>
          <p:nvPr/>
        </p:nvSpPr>
        <p:spPr>
          <a:xfrm rot="5400000">
            <a:off x="270289" y="6636615"/>
            <a:ext cx="1011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634254-2A2C-3798-E8DE-48259DF9D2D3}"/>
              </a:ext>
            </a:extLst>
          </p:cNvPr>
          <p:cNvSpPr txBox="1"/>
          <p:nvPr/>
        </p:nvSpPr>
        <p:spPr>
          <a:xfrm rot="5400000">
            <a:off x="1468905" y="6873697"/>
            <a:ext cx="1058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FBE894-C537-B9C6-EC34-DB41FC849A08}"/>
              </a:ext>
            </a:extLst>
          </p:cNvPr>
          <p:cNvSpPr txBox="1"/>
          <p:nvPr/>
        </p:nvSpPr>
        <p:spPr>
          <a:xfrm rot="5400000">
            <a:off x="3170745" y="6624241"/>
            <a:ext cx="1015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375CEA-C2EF-8704-7D9C-095FA4F18368}"/>
              </a:ext>
            </a:extLst>
          </p:cNvPr>
          <p:cNvSpPr txBox="1"/>
          <p:nvPr/>
        </p:nvSpPr>
        <p:spPr>
          <a:xfrm rot="5400000">
            <a:off x="4835318" y="6636615"/>
            <a:ext cx="1011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2A022A-40DE-281E-151D-D26382BEF216}"/>
              </a:ext>
            </a:extLst>
          </p:cNvPr>
          <p:cNvSpPr txBox="1"/>
          <p:nvPr/>
        </p:nvSpPr>
        <p:spPr>
          <a:xfrm rot="5400000">
            <a:off x="6207584" y="6784664"/>
            <a:ext cx="104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93B1"/>
                </a:solidFill>
              </a:rPr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EF184B-0543-7863-6D60-1422F0F4F728}"/>
              </a:ext>
            </a:extLst>
          </p:cNvPr>
          <p:cNvSpPr/>
          <p:nvPr/>
        </p:nvSpPr>
        <p:spPr>
          <a:xfrm>
            <a:off x="2331897" y="2208039"/>
            <a:ext cx="236695" cy="658369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FBEA6BE-FC9F-36B1-D95E-08CCAFBA3F58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69059" y="2439951"/>
            <a:ext cx="1462836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FD9BD7-1EDC-0D74-2ECC-D8B73E27B2D7}"/>
              </a:ext>
            </a:extLst>
          </p:cNvPr>
          <p:cNvSpPr txBox="1"/>
          <p:nvPr/>
        </p:nvSpPr>
        <p:spPr>
          <a:xfrm>
            <a:off x="817665" y="2116958"/>
            <a:ext cx="1152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Open App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DA4FB2-64C7-7C95-8EA3-2A6A42F822FC}"/>
              </a:ext>
            </a:extLst>
          </p:cNvPr>
          <p:cNvSpPr/>
          <p:nvPr/>
        </p:nvSpPr>
        <p:spPr>
          <a:xfrm>
            <a:off x="2331897" y="2996868"/>
            <a:ext cx="236695" cy="658369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A8AEFB-EF46-9A95-3F13-5CB96F57355A}"/>
              </a:ext>
            </a:extLst>
          </p:cNvPr>
          <p:cNvCxnSpPr>
            <a:cxnSpLocks/>
          </p:cNvCxnSpPr>
          <p:nvPr/>
        </p:nvCxnSpPr>
        <p:spPr>
          <a:xfrm>
            <a:off x="857934" y="3234094"/>
            <a:ext cx="1462836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B0881EC-63CD-F2DB-0DDF-A038E255B45E}"/>
              </a:ext>
            </a:extLst>
          </p:cNvPr>
          <p:cNvSpPr txBox="1"/>
          <p:nvPr/>
        </p:nvSpPr>
        <p:spPr>
          <a:xfrm>
            <a:off x="835289" y="2710874"/>
            <a:ext cx="1267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“View Menu”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BC11E1-4875-E98F-ADAB-A9885BFAF51F}"/>
              </a:ext>
            </a:extLst>
          </p:cNvPr>
          <p:cNvCxnSpPr/>
          <p:nvPr/>
        </p:nvCxnSpPr>
        <p:spPr>
          <a:xfrm>
            <a:off x="2541866" y="3562513"/>
            <a:ext cx="1286792" cy="0"/>
          </a:xfrm>
          <a:prstGeom prst="straightConnector1">
            <a:avLst/>
          </a:prstGeom>
          <a:ln w="31750">
            <a:solidFill>
              <a:srgbClr val="EA4C6E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8B75209-9432-441E-38E0-0651A2844E06}"/>
              </a:ext>
            </a:extLst>
          </p:cNvPr>
          <p:cNvSpPr txBox="1"/>
          <p:nvPr/>
        </p:nvSpPr>
        <p:spPr>
          <a:xfrm>
            <a:off x="2555740" y="3271867"/>
            <a:ext cx="1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Display Menu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91ADFC-9F22-677D-F6F4-69543405B157}"/>
              </a:ext>
            </a:extLst>
          </p:cNvPr>
          <p:cNvCxnSpPr>
            <a:cxnSpLocks/>
          </p:cNvCxnSpPr>
          <p:nvPr/>
        </p:nvCxnSpPr>
        <p:spPr>
          <a:xfrm>
            <a:off x="876160" y="3923845"/>
            <a:ext cx="2872538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3FE7DEAB-1DA6-0CFF-4B15-887ABD1E099F}"/>
              </a:ext>
            </a:extLst>
          </p:cNvPr>
          <p:cNvSpPr/>
          <p:nvPr/>
        </p:nvSpPr>
        <p:spPr>
          <a:xfrm>
            <a:off x="3721236" y="3775925"/>
            <a:ext cx="236695" cy="658369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CD3C69-662D-1C4C-9F4B-BBCCA552C719}"/>
              </a:ext>
            </a:extLst>
          </p:cNvPr>
          <p:cNvSpPr txBox="1"/>
          <p:nvPr/>
        </p:nvSpPr>
        <p:spPr>
          <a:xfrm>
            <a:off x="814058" y="3611089"/>
            <a:ext cx="1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Select Cupcake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C49F3CC-1170-DF1C-1DED-D67D449D626C}"/>
              </a:ext>
            </a:extLst>
          </p:cNvPr>
          <p:cNvCxnSpPr>
            <a:cxnSpLocks/>
          </p:cNvCxnSpPr>
          <p:nvPr/>
        </p:nvCxnSpPr>
        <p:spPr>
          <a:xfrm>
            <a:off x="3964696" y="4275311"/>
            <a:ext cx="1374472" cy="5714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925685E-78A1-911E-82F7-64DB67EB8932}"/>
              </a:ext>
            </a:extLst>
          </p:cNvPr>
          <p:cNvSpPr txBox="1"/>
          <p:nvPr/>
        </p:nvSpPr>
        <p:spPr>
          <a:xfrm>
            <a:off x="3933345" y="3965756"/>
            <a:ext cx="1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Show Details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7791F3D-E810-A549-A37C-E56A2B424724}"/>
              </a:ext>
            </a:extLst>
          </p:cNvPr>
          <p:cNvCxnSpPr>
            <a:cxnSpLocks/>
          </p:cNvCxnSpPr>
          <p:nvPr/>
        </p:nvCxnSpPr>
        <p:spPr>
          <a:xfrm>
            <a:off x="876162" y="4633277"/>
            <a:ext cx="4312497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871DA29-ABF2-0ED7-EF92-F0F71D75300D}"/>
              </a:ext>
            </a:extLst>
          </p:cNvPr>
          <p:cNvSpPr/>
          <p:nvPr/>
        </p:nvSpPr>
        <p:spPr>
          <a:xfrm>
            <a:off x="5188659" y="4474752"/>
            <a:ext cx="236695" cy="658369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4FD770-D4CD-8AEF-3F28-405951CE3B13}"/>
              </a:ext>
            </a:extLst>
          </p:cNvPr>
          <p:cNvSpPr txBox="1"/>
          <p:nvPr/>
        </p:nvSpPr>
        <p:spPr>
          <a:xfrm>
            <a:off x="837909" y="4325500"/>
            <a:ext cx="1662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“Add to Cart”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4C1F6AA-87FD-D0D5-5418-A8217A90CFEC}"/>
              </a:ext>
            </a:extLst>
          </p:cNvPr>
          <p:cNvCxnSpPr>
            <a:cxnSpLocks/>
          </p:cNvCxnSpPr>
          <p:nvPr/>
        </p:nvCxnSpPr>
        <p:spPr>
          <a:xfrm>
            <a:off x="5426614" y="4934147"/>
            <a:ext cx="1341132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F45251A-BC06-7173-FE0C-2E204EB3EC20}"/>
              </a:ext>
            </a:extLst>
          </p:cNvPr>
          <p:cNvSpPr txBox="1"/>
          <p:nvPr/>
        </p:nvSpPr>
        <p:spPr>
          <a:xfrm>
            <a:off x="5384992" y="4653530"/>
            <a:ext cx="1662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Add item to Cart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DB9AD36-9131-4B37-4E64-65B8C0C8B464}"/>
              </a:ext>
            </a:extLst>
          </p:cNvPr>
          <p:cNvSpPr/>
          <p:nvPr/>
        </p:nvSpPr>
        <p:spPr>
          <a:xfrm>
            <a:off x="189223" y="2208039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1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069D385-6ED2-7EFF-39E1-FA478F098048}"/>
              </a:ext>
            </a:extLst>
          </p:cNvPr>
          <p:cNvSpPr/>
          <p:nvPr/>
        </p:nvSpPr>
        <p:spPr>
          <a:xfrm>
            <a:off x="164130" y="2890601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2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D7B2841-D80A-2BA2-15BD-604999624BD2}"/>
              </a:ext>
            </a:extLst>
          </p:cNvPr>
          <p:cNvSpPr/>
          <p:nvPr/>
        </p:nvSpPr>
        <p:spPr>
          <a:xfrm>
            <a:off x="172016" y="3584963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3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6AF9B6D-C42B-BDA9-9E52-45A96121C746}"/>
              </a:ext>
            </a:extLst>
          </p:cNvPr>
          <p:cNvSpPr/>
          <p:nvPr/>
        </p:nvSpPr>
        <p:spPr>
          <a:xfrm>
            <a:off x="180080" y="4285518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4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7CA3301-F719-73CF-72F6-3AF49373C663}"/>
              </a:ext>
            </a:extLst>
          </p:cNvPr>
          <p:cNvSpPr/>
          <p:nvPr/>
        </p:nvSpPr>
        <p:spPr>
          <a:xfrm>
            <a:off x="158839" y="4940038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5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14E7919-EC47-4B3F-DC7F-F55B4763FA24}"/>
              </a:ext>
            </a:extLst>
          </p:cNvPr>
          <p:cNvSpPr/>
          <p:nvPr/>
        </p:nvSpPr>
        <p:spPr>
          <a:xfrm>
            <a:off x="178472" y="5648886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6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6669F7E-EFE0-A6B1-9EF6-D6519FEC1FEF}"/>
              </a:ext>
            </a:extLst>
          </p:cNvPr>
          <p:cNvSpPr/>
          <p:nvPr/>
        </p:nvSpPr>
        <p:spPr>
          <a:xfrm>
            <a:off x="189223" y="6314822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7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C8EC362-9428-E578-0CFA-D053A548D20E}"/>
              </a:ext>
            </a:extLst>
          </p:cNvPr>
          <p:cNvSpPr/>
          <p:nvPr/>
        </p:nvSpPr>
        <p:spPr>
          <a:xfrm>
            <a:off x="166565" y="6961621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8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215DCB7-C308-1FFA-9BA1-3BE4225D4EB5}"/>
              </a:ext>
            </a:extLst>
          </p:cNvPr>
          <p:cNvSpPr/>
          <p:nvPr/>
        </p:nvSpPr>
        <p:spPr>
          <a:xfrm>
            <a:off x="156436" y="7608420"/>
            <a:ext cx="374259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9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41641F0-2F21-1D09-95C7-96D2899659DF}"/>
              </a:ext>
            </a:extLst>
          </p:cNvPr>
          <p:cNvSpPr/>
          <p:nvPr/>
        </p:nvSpPr>
        <p:spPr>
          <a:xfrm>
            <a:off x="61166" y="8288019"/>
            <a:ext cx="605877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10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F5E6538-85D5-1E78-FA62-CC738424CCF6}"/>
              </a:ext>
            </a:extLst>
          </p:cNvPr>
          <p:cNvSpPr/>
          <p:nvPr/>
        </p:nvSpPr>
        <p:spPr>
          <a:xfrm>
            <a:off x="2305171" y="4947706"/>
            <a:ext cx="236695" cy="658369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4521C29-BD5B-6A64-D524-75C9A491152A}"/>
              </a:ext>
            </a:extLst>
          </p:cNvPr>
          <p:cNvCxnSpPr>
            <a:cxnSpLocks/>
          </p:cNvCxnSpPr>
          <p:nvPr/>
        </p:nvCxnSpPr>
        <p:spPr>
          <a:xfrm>
            <a:off x="865545" y="5171950"/>
            <a:ext cx="1462836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80DA628-166E-51FD-1131-6D34DD3A9C86}"/>
              </a:ext>
            </a:extLst>
          </p:cNvPr>
          <p:cNvSpPr txBox="1"/>
          <p:nvPr/>
        </p:nvSpPr>
        <p:spPr>
          <a:xfrm>
            <a:off x="815215" y="4913715"/>
            <a:ext cx="1523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“View Cart”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92B4F79-C93F-6DBC-65C9-EA63B9B39717}"/>
              </a:ext>
            </a:extLst>
          </p:cNvPr>
          <p:cNvSpPr/>
          <p:nvPr/>
        </p:nvSpPr>
        <p:spPr>
          <a:xfrm>
            <a:off x="6640921" y="5171950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1681FF4-E0C3-BC05-57F5-3F8483AE946F}"/>
              </a:ext>
            </a:extLst>
          </p:cNvPr>
          <p:cNvCxnSpPr>
            <a:cxnSpLocks/>
          </p:cNvCxnSpPr>
          <p:nvPr/>
        </p:nvCxnSpPr>
        <p:spPr>
          <a:xfrm flipV="1">
            <a:off x="2538113" y="5342709"/>
            <a:ext cx="4099056" cy="7909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51DF407-6029-3116-DAFF-A81DE4C8A5CA}"/>
              </a:ext>
            </a:extLst>
          </p:cNvPr>
          <p:cNvSpPr txBox="1"/>
          <p:nvPr/>
        </p:nvSpPr>
        <p:spPr>
          <a:xfrm>
            <a:off x="3939923" y="5049374"/>
            <a:ext cx="13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Open cart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8068980-1BD3-7C48-0B8F-EAA642CA9491}"/>
              </a:ext>
            </a:extLst>
          </p:cNvPr>
          <p:cNvCxnSpPr>
            <a:cxnSpLocks/>
          </p:cNvCxnSpPr>
          <p:nvPr/>
        </p:nvCxnSpPr>
        <p:spPr>
          <a:xfrm flipV="1">
            <a:off x="882526" y="5918444"/>
            <a:ext cx="5790071" cy="18192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BD80B168-DB8A-BF9B-D4FE-78ADAC28298E}"/>
              </a:ext>
            </a:extLst>
          </p:cNvPr>
          <p:cNvSpPr txBox="1"/>
          <p:nvPr/>
        </p:nvSpPr>
        <p:spPr>
          <a:xfrm>
            <a:off x="835289" y="5456682"/>
            <a:ext cx="1523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“Proceed to Checkout”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48A02FE-7E14-959E-F060-3F8D59333601}"/>
              </a:ext>
            </a:extLst>
          </p:cNvPr>
          <p:cNvSpPr/>
          <p:nvPr/>
        </p:nvSpPr>
        <p:spPr>
          <a:xfrm>
            <a:off x="6649399" y="5805402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64C70CE-D631-1579-B84B-04EB8B491BC3}"/>
              </a:ext>
            </a:extLst>
          </p:cNvPr>
          <p:cNvCxnSpPr>
            <a:cxnSpLocks/>
          </p:cNvCxnSpPr>
          <p:nvPr/>
        </p:nvCxnSpPr>
        <p:spPr>
          <a:xfrm>
            <a:off x="6884292" y="6117116"/>
            <a:ext cx="1364743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17AE0D6-AEE8-4AF5-2833-AF46B6DCC403}"/>
              </a:ext>
            </a:extLst>
          </p:cNvPr>
          <p:cNvSpPr txBox="1"/>
          <p:nvPr/>
        </p:nvSpPr>
        <p:spPr>
          <a:xfrm>
            <a:off x="6901184" y="5610329"/>
            <a:ext cx="1366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Open Checkout Page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BEAF8E5-1F6E-4867-DFC2-8D97019EA007}"/>
              </a:ext>
            </a:extLst>
          </p:cNvPr>
          <p:cNvSpPr/>
          <p:nvPr/>
        </p:nvSpPr>
        <p:spPr>
          <a:xfrm>
            <a:off x="8077732" y="6314820"/>
            <a:ext cx="303017" cy="1305374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988EC0D-DE45-8FE9-6E1B-A6B7A4215075}"/>
              </a:ext>
            </a:extLst>
          </p:cNvPr>
          <p:cNvCxnSpPr>
            <a:cxnSpLocks/>
          </p:cNvCxnSpPr>
          <p:nvPr/>
        </p:nvCxnSpPr>
        <p:spPr>
          <a:xfrm>
            <a:off x="869059" y="6520292"/>
            <a:ext cx="7195312" cy="668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1FC79CD8-4C0A-5362-604B-A18B6CCD25DB}"/>
              </a:ext>
            </a:extLst>
          </p:cNvPr>
          <p:cNvSpPr txBox="1"/>
          <p:nvPr/>
        </p:nvSpPr>
        <p:spPr>
          <a:xfrm>
            <a:off x="822616" y="6202559"/>
            <a:ext cx="3016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Enter Name, Address, Phone Number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E684C9A-7BC9-ABBA-7CE7-310E91F10733}"/>
              </a:ext>
            </a:extLst>
          </p:cNvPr>
          <p:cNvCxnSpPr>
            <a:cxnSpLocks/>
          </p:cNvCxnSpPr>
          <p:nvPr/>
        </p:nvCxnSpPr>
        <p:spPr>
          <a:xfrm>
            <a:off x="857934" y="7219017"/>
            <a:ext cx="7195312" cy="668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A4DD9A6-CF34-E0E5-3F62-CC6A5AE8611D}"/>
              </a:ext>
            </a:extLst>
          </p:cNvPr>
          <p:cNvSpPr txBox="1"/>
          <p:nvPr/>
        </p:nvSpPr>
        <p:spPr>
          <a:xfrm>
            <a:off x="827014" y="6696516"/>
            <a:ext cx="150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“Proceed to Payment”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9E666CA-AD75-B7C8-2129-F18D43AB0493}"/>
              </a:ext>
            </a:extLst>
          </p:cNvPr>
          <p:cNvCxnSpPr>
            <a:cxnSpLocks/>
          </p:cNvCxnSpPr>
          <p:nvPr/>
        </p:nvCxnSpPr>
        <p:spPr>
          <a:xfrm>
            <a:off x="8368668" y="7418165"/>
            <a:ext cx="1523626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DF8BE07A-3B39-FE85-7F3B-1A3857719CCB}"/>
              </a:ext>
            </a:extLst>
          </p:cNvPr>
          <p:cNvSpPr txBox="1"/>
          <p:nvPr/>
        </p:nvSpPr>
        <p:spPr>
          <a:xfrm>
            <a:off x="8339862" y="6902228"/>
            <a:ext cx="1366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Open Payment Page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CD79A6F-36E1-978F-50BB-4B87A4D6BD22}"/>
              </a:ext>
            </a:extLst>
          </p:cNvPr>
          <p:cNvSpPr/>
          <p:nvPr/>
        </p:nvSpPr>
        <p:spPr>
          <a:xfrm>
            <a:off x="9762468" y="7620196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7C9DE72-4B1E-8789-5E51-F97175123105}"/>
              </a:ext>
            </a:extLst>
          </p:cNvPr>
          <p:cNvCxnSpPr>
            <a:cxnSpLocks/>
            <a:stCxn id="32" idx="3"/>
            <a:endCxn id="137" idx="1"/>
          </p:cNvCxnSpPr>
          <p:nvPr/>
        </p:nvCxnSpPr>
        <p:spPr>
          <a:xfrm>
            <a:off x="869059" y="7852109"/>
            <a:ext cx="8893409" cy="655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D9DA5D9F-2CF9-566A-5381-9FBFB197D3D1}"/>
              </a:ext>
            </a:extLst>
          </p:cNvPr>
          <p:cNvSpPr txBox="1"/>
          <p:nvPr/>
        </p:nvSpPr>
        <p:spPr>
          <a:xfrm>
            <a:off x="814060" y="7576853"/>
            <a:ext cx="3016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Enter Card Details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467A794-5F9E-7AC8-3704-DDE5BC4A6068}"/>
              </a:ext>
            </a:extLst>
          </p:cNvPr>
          <p:cNvSpPr/>
          <p:nvPr/>
        </p:nvSpPr>
        <p:spPr>
          <a:xfrm>
            <a:off x="9773947" y="8288017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FD2EDB6-3D2D-61BE-2C2E-F98A71181FCE}"/>
              </a:ext>
            </a:extLst>
          </p:cNvPr>
          <p:cNvCxnSpPr>
            <a:cxnSpLocks/>
          </p:cNvCxnSpPr>
          <p:nvPr/>
        </p:nvCxnSpPr>
        <p:spPr>
          <a:xfrm>
            <a:off x="865545" y="8528730"/>
            <a:ext cx="8893409" cy="655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B41749C-736A-53B9-7C41-7E34885A36E4}"/>
              </a:ext>
            </a:extLst>
          </p:cNvPr>
          <p:cNvSpPr txBox="1"/>
          <p:nvPr/>
        </p:nvSpPr>
        <p:spPr>
          <a:xfrm>
            <a:off x="815902" y="8247736"/>
            <a:ext cx="2111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Click “Confirm Payment”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CFF72EB-3476-D598-81B3-021A99359C97}"/>
              </a:ext>
            </a:extLst>
          </p:cNvPr>
          <p:cNvSpPr/>
          <p:nvPr/>
        </p:nvSpPr>
        <p:spPr>
          <a:xfrm>
            <a:off x="11327951" y="8288017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DB91B43-DDED-DAC7-3A33-215F437B5706}"/>
              </a:ext>
            </a:extLst>
          </p:cNvPr>
          <p:cNvCxnSpPr>
            <a:cxnSpLocks/>
            <a:endCxn id="152" idx="1"/>
          </p:cNvCxnSpPr>
          <p:nvPr/>
        </p:nvCxnSpPr>
        <p:spPr>
          <a:xfrm flipV="1">
            <a:off x="9995899" y="8526485"/>
            <a:ext cx="1332052" cy="88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9D4314E-4726-1E4C-48DC-06A1D7320E83}"/>
              </a:ext>
            </a:extLst>
          </p:cNvPr>
          <p:cNvSpPr txBox="1"/>
          <p:nvPr/>
        </p:nvSpPr>
        <p:spPr>
          <a:xfrm>
            <a:off x="9985653" y="8218498"/>
            <a:ext cx="167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Process Payment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9306061-A206-D821-035C-1CF7F22C2D46}"/>
              </a:ext>
            </a:extLst>
          </p:cNvPr>
          <p:cNvSpPr/>
          <p:nvPr/>
        </p:nvSpPr>
        <p:spPr>
          <a:xfrm flipH="1">
            <a:off x="9767161" y="8930450"/>
            <a:ext cx="250233" cy="814374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E559B45B-3F7E-201C-244B-610813062341}"/>
              </a:ext>
            </a:extLst>
          </p:cNvPr>
          <p:cNvCxnSpPr>
            <a:cxnSpLocks/>
          </p:cNvCxnSpPr>
          <p:nvPr/>
        </p:nvCxnSpPr>
        <p:spPr>
          <a:xfrm flipH="1">
            <a:off x="10011555" y="9114222"/>
            <a:ext cx="1434744" cy="0"/>
          </a:xfrm>
          <a:prstGeom prst="straightConnector1">
            <a:avLst/>
          </a:prstGeom>
          <a:ln w="38100">
            <a:solidFill>
              <a:srgbClr val="EA4C6E"/>
            </a:solidFill>
            <a:prstDash val="sysDash"/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B00DCD0B-ADB9-6996-78BB-4DA783E1495C}"/>
              </a:ext>
            </a:extLst>
          </p:cNvPr>
          <p:cNvSpPr txBox="1"/>
          <p:nvPr/>
        </p:nvSpPr>
        <p:spPr>
          <a:xfrm>
            <a:off x="10057128" y="8751846"/>
            <a:ext cx="1732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Payment Success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A0C7FCC-854F-DD97-BAD5-6C60CB2B251D}"/>
              </a:ext>
            </a:extLst>
          </p:cNvPr>
          <p:cNvSpPr/>
          <p:nvPr/>
        </p:nvSpPr>
        <p:spPr>
          <a:xfrm>
            <a:off x="11327951" y="9259386"/>
            <a:ext cx="236694" cy="476932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176B6090-3438-AC42-9ABA-0C0C612F88B5}"/>
              </a:ext>
            </a:extLst>
          </p:cNvPr>
          <p:cNvCxnSpPr>
            <a:cxnSpLocks/>
          </p:cNvCxnSpPr>
          <p:nvPr/>
        </p:nvCxnSpPr>
        <p:spPr>
          <a:xfrm flipV="1">
            <a:off x="10003271" y="9641411"/>
            <a:ext cx="1332052" cy="883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273F2DA-B0E3-7328-E2A1-AAB05F6EE54C}"/>
              </a:ext>
            </a:extLst>
          </p:cNvPr>
          <p:cNvCxnSpPr>
            <a:cxnSpLocks/>
          </p:cNvCxnSpPr>
          <p:nvPr/>
        </p:nvCxnSpPr>
        <p:spPr>
          <a:xfrm flipH="1">
            <a:off x="789544" y="10947437"/>
            <a:ext cx="10611914" cy="0"/>
          </a:xfrm>
          <a:prstGeom prst="straightConnector1">
            <a:avLst/>
          </a:prstGeom>
          <a:ln w="38100">
            <a:solidFill>
              <a:srgbClr val="EA4C6E"/>
            </a:solidFill>
            <a:prstDash val="sysDash"/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050024B-D613-A81E-3050-8ED2FAFA0DDB}"/>
              </a:ext>
            </a:extLst>
          </p:cNvPr>
          <p:cNvSpPr txBox="1"/>
          <p:nvPr/>
        </p:nvSpPr>
        <p:spPr>
          <a:xfrm>
            <a:off x="1258870" y="10594369"/>
            <a:ext cx="2593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Display Order confirmation Page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B4D3B31-EAF0-CFD9-FA3D-F9825BF56DD0}"/>
              </a:ext>
            </a:extLst>
          </p:cNvPr>
          <p:cNvSpPr txBox="1"/>
          <p:nvPr/>
        </p:nvSpPr>
        <p:spPr>
          <a:xfrm>
            <a:off x="10026085" y="9365508"/>
            <a:ext cx="1673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skoola Pota" panose="020B0502040204020203" pitchFamily="34" charset="77"/>
                <a:cs typeface="Iskoola Pota" panose="020B0502040204020203" pitchFamily="34" charset="77"/>
              </a:rPr>
              <a:t>Create Order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00A58E76-99B8-E6A7-9270-BFE05DA75E1A}"/>
              </a:ext>
            </a:extLst>
          </p:cNvPr>
          <p:cNvSpPr/>
          <p:nvPr/>
        </p:nvSpPr>
        <p:spPr>
          <a:xfrm>
            <a:off x="0" y="11145549"/>
            <a:ext cx="7503336" cy="766421"/>
          </a:xfrm>
          <a:prstGeom prst="roundRect">
            <a:avLst/>
          </a:prstGeom>
          <a:solidFill>
            <a:srgbClr val="F6D4E0"/>
          </a:solidFill>
          <a:ln>
            <a:solidFill>
              <a:srgbClr val="EB96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Iskoola Pota" panose="020B0502040204020203" pitchFamily="34" charset="77"/>
              <a:cs typeface="Iskoola Pota" panose="020B0502040204020203" pitchFamily="34" charset="77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E67DF3F-B6F3-DA0D-7D96-803227C7AFCB}"/>
              </a:ext>
            </a:extLst>
          </p:cNvPr>
          <p:cNvSpPr/>
          <p:nvPr/>
        </p:nvSpPr>
        <p:spPr>
          <a:xfrm>
            <a:off x="1061446" y="11319839"/>
            <a:ext cx="198798" cy="460617"/>
          </a:xfrm>
          <a:prstGeom prst="rect">
            <a:avLst/>
          </a:prstGeom>
          <a:solidFill>
            <a:srgbClr val="FFB4C1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4BCBC7C-7834-540C-78B1-AD9DBEECB33D}"/>
              </a:ext>
            </a:extLst>
          </p:cNvPr>
          <p:cNvSpPr txBox="1"/>
          <p:nvPr/>
        </p:nvSpPr>
        <p:spPr>
          <a:xfrm>
            <a:off x="84610" y="11392263"/>
            <a:ext cx="107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Iskoola Pota" panose="020B0502040204020203" pitchFamily="34" charset="77"/>
                <a:cs typeface="Iskoola Pota" panose="020B0502040204020203" pitchFamily="34" charset="77"/>
              </a:rPr>
              <a:t>Legend</a:t>
            </a:r>
            <a:r>
              <a:rPr lang="en-US" dirty="0">
                <a:latin typeface="Iskoola Pota" panose="020B0502040204020203" pitchFamily="34" charset="77"/>
                <a:cs typeface="Iskoola Pota" panose="020B0502040204020203" pitchFamily="34" charset="77"/>
              </a:rPr>
              <a:t>: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8F6C7D7-8201-0C94-3A19-2BC07990E680}"/>
              </a:ext>
            </a:extLst>
          </p:cNvPr>
          <p:cNvSpPr txBox="1"/>
          <p:nvPr/>
        </p:nvSpPr>
        <p:spPr>
          <a:xfrm>
            <a:off x="1238251" y="11403635"/>
            <a:ext cx="167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Iskoola Pota" panose="020B0502040204020203" pitchFamily="34" charset="77"/>
                <a:cs typeface="Iskoola Pota" panose="020B0502040204020203" pitchFamily="34" charset="77"/>
              </a:rPr>
              <a:t>User Action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6741CF8-67A4-7E18-875D-578A3EC63AF0}"/>
              </a:ext>
            </a:extLst>
          </p:cNvPr>
          <p:cNvCxnSpPr>
            <a:cxnSpLocks/>
          </p:cNvCxnSpPr>
          <p:nvPr/>
        </p:nvCxnSpPr>
        <p:spPr>
          <a:xfrm>
            <a:off x="2635854" y="11575165"/>
            <a:ext cx="731418" cy="0"/>
          </a:xfrm>
          <a:prstGeom prst="straightConnector1">
            <a:avLst/>
          </a:prstGeom>
          <a:ln w="38100">
            <a:solidFill>
              <a:srgbClr val="EA4C6E"/>
            </a:solidFill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A77E4D6B-CB6B-2553-F1EA-195E7AB1CB18}"/>
              </a:ext>
            </a:extLst>
          </p:cNvPr>
          <p:cNvSpPr txBox="1"/>
          <p:nvPr/>
        </p:nvSpPr>
        <p:spPr>
          <a:xfrm>
            <a:off x="3316199" y="11394817"/>
            <a:ext cx="167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Iskoola Pota" panose="020B0502040204020203" pitchFamily="34" charset="77"/>
                <a:cs typeface="Iskoola Pota" panose="020B0502040204020203" pitchFamily="34" charset="77"/>
              </a:rPr>
              <a:t>Request / Action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93EF0CF-2EF2-60D8-D3CA-1A9DB7668E72}"/>
              </a:ext>
            </a:extLst>
          </p:cNvPr>
          <p:cNvCxnSpPr>
            <a:cxnSpLocks/>
          </p:cNvCxnSpPr>
          <p:nvPr/>
        </p:nvCxnSpPr>
        <p:spPr>
          <a:xfrm>
            <a:off x="5095204" y="11599287"/>
            <a:ext cx="731418" cy="0"/>
          </a:xfrm>
          <a:prstGeom prst="straightConnector1">
            <a:avLst/>
          </a:prstGeom>
          <a:ln w="38100">
            <a:solidFill>
              <a:srgbClr val="EA4C6E"/>
            </a:solidFill>
            <a:prstDash val="sysDash"/>
            <a:headEnd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37B07339-27FE-3635-C5D4-E45FCD66BD2A}"/>
              </a:ext>
            </a:extLst>
          </p:cNvPr>
          <p:cNvSpPr txBox="1"/>
          <p:nvPr/>
        </p:nvSpPr>
        <p:spPr>
          <a:xfrm>
            <a:off x="5798658" y="11435746"/>
            <a:ext cx="1673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Iskoola Pota" panose="020B0502040204020203" pitchFamily="34" charset="77"/>
                <a:cs typeface="Iskoola Pota" panose="020B0502040204020203" pitchFamily="34" charset="77"/>
              </a:rPr>
              <a:t>System Response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93564CB-D857-ABB5-27B0-3EBB6ADA8F55}"/>
              </a:ext>
            </a:extLst>
          </p:cNvPr>
          <p:cNvSpPr/>
          <p:nvPr/>
        </p:nvSpPr>
        <p:spPr>
          <a:xfrm>
            <a:off x="9051551" y="9178355"/>
            <a:ext cx="605877" cy="463827"/>
          </a:xfrm>
          <a:prstGeom prst="ellipse">
            <a:avLst/>
          </a:prstGeom>
          <a:solidFill>
            <a:srgbClr val="EA4C6E"/>
          </a:solidFill>
          <a:ln>
            <a:solidFill>
              <a:srgbClr val="EA4C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Iskoola Pota" panose="020B0502040204020203" pitchFamily="34" charset="77"/>
                <a:cs typeface="Iskoola Pota" panose="020B0502040204020203" pitchFamily="34" charset="77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286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</TotalTime>
  <Words>124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Brush Script MT</vt:lpstr>
      <vt:lpstr>Aptos</vt:lpstr>
      <vt:lpstr>Aptos Display</vt:lpstr>
      <vt:lpstr>Arial</vt:lpstr>
      <vt:lpstr>Iskoola Pota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Shaik, Mizan Tazneen</dc:creator>
  <cp:lastModifiedBy>Shaik, Mizan Tazneen</cp:lastModifiedBy>
  <cp:revision>30</cp:revision>
  <dcterms:created xsi:type="dcterms:W3CDTF">2026-04-28T16:54:28Z</dcterms:created>
  <dcterms:modified xsi:type="dcterms:W3CDTF">2026-05-02T01:00:30Z</dcterms:modified>
</cp:coreProperties>
</file>